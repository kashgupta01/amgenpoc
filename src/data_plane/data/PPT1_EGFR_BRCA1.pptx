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73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&amp; BRCA1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Status Update — Targeted Therapy Progress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Intelligence Update  |  June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— Epidermal Growth Factor Receptor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Overview &amp; Mechanism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Cancer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is a transmembrane receptor tyrosine kinase. Activating mutations — most commonly exon 19 deletions and the L858R point mutation in exon 21 — drive uncontrolled cell proliferation in non-small cell lung cancer (NSCLC).
</a:t>
            </a: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mutations present in 10–15% of NSCLC patients in Western populations and up to 50% in East Asian populations.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12886"/>
            <a:ext cx="2560320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0" y="1265137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617720" y="18232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(1st line)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425849"/>
            <a:ext cx="2560320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502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92240" y="1176963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PFS (osimertinib)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420624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Mutations Tracked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 19 deletion (most common, ~45%)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L858R point mutation in exon 21 (~40%)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T790M resistance mutation (post-TKI)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 20 insertion (emerging target)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— Current Treatment Landscape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657600"/>
          </a:xfrm>
          <a:prstGeom prst="rect">
            <a:avLst/>
          </a:prstGeom>
          <a:solidFill>
            <a:srgbClr val="0077B6">
              <a:alpha val="80000"/>
            </a:srgbClr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Osimertinib (TAGRISSO)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231136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3rd-gen TKI, standard of care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889504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FLAURA trial: OS 38.6 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5478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Penetrates CNS — key advantage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51760" cy="3657600"/>
          </a:xfrm>
          <a:prstGeom prst="rect">
            <a:avLst/>
          </a:prstGeom>
          <a:solidFill>
            <a:srgbClr val="023E8A">
              <a:alpha val="80000"/>
            </a:srgbClr>
          </a:solidFill>
          <a:ln w="1905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651760" cy="43891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005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1572768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T790M resistance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2231136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Osimertinib still applicable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2889504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ongoing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35478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Amivantamab (bispecific Ab)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3657600"/>
          </a:xfrm>
          <a:prstGeom prst="rect">
            <a:avLst/>
          </a:prstGeom>
          <a:solidFill>
            <a:srgbClr val="EF233C">
              <a:alpha val="80000"/>
            </a:srgbClr>
          </a:solidFill>
          <a:ln w="1905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651760" cy="43891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005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1572768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T790M mutation (~60%)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2231136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amplification (~5%)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2889504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C797S mutation (emerging)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35478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strategies in trial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— Breast Cancer Gene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Suppressor &amp; Homologous Recombination Repair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encodes a tumor suppressor critical for DNA double-strand break repair via homologous recombination (HR). Loss-of-function mutations create HR deficiency (HRD), leading to genomic instability. This vulnerability is exploited therapeutically through PARP inhibitor synthetic lethality.
</a:t>
            </a: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Cancers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(57–65% lifetime risk), ovarian (39–44% risk), pancreatic, and prostate cancers.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73168" y="1306286"/>
            <a:ext cx="2560320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73168" y="137943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400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73168" y="199208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carrier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74320"/>
            <a:ext cx="2560320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3474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(prophylactic surgery)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4206240" cy="1737360"/>
          </a:xfrm>
          <a:prstGeom prst="rect">
            <a:avLst/>
          </a:prstGeom>
          <a:solidFill>
            <a:srgbClr val="FFF8F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PARP Inhibitors (FDA-approved)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 (Lynparza) — breast &amp; ovarian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Rucaparib (Rubraca) — ovarian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Niraparib (Zejula) — ovarian maintenance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Talazoparib (Talzenna) — HER2- breast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— Treatment Pipeline &amp; Open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" y="109728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17320" y="1325880"/>
            <a:ext cx="1371600" cy="0"/>
          </a:xfrm>
          <a:prstGeom prst="line">
            <a:avLst/>
          </a:prstGeom>
          <a:noFill/>
          <a:ln w="19050">
            <a:solidFill>
              <a:srgbClr val="ADB5BD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 FDA approval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(ovarian, germline BRCA)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097280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325880"/>
            <a:ext cx="1371600" cy="0"/>
          </a:xfrm>
          <a:prstGeom prst="line">
            <a:avLst/>
          </a:prstGeom>
          <a:noFill/>
          <a:ln w="19050">
            <a:solidFill>
              <a:srgbClr val="ADB5BD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 approved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metastatic breast cancer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1097280"/>
            <a:ext cx="457200" cy="4572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23560" y="1325880"/>
            <a:ext cx="1371600" cy="0"/>
          </a:xfrm>
          <a:prstGeom prst="line">
            <a:avLst/>
          </a:prstGeom>
          <a:noFill/>
          <a:ln w="19050">
            <a:solidFill>
              <a:srgbClr val="ADB5BD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OlympiA trial: adjuvant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 reduces relapse 42%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109728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PARP + immunotherapy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 in Phase III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8412480" cy="1920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DB5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&amp; Gaps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mechanisms to PARP inhibitors not fully characterized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duration of adjuvant therapy under investigation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BRCA1/2 testing uptake remains below 50% in eligible patients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newly diagnosed BRCA1-associated breast and ovarian cancer patients should receive germline PARP inhibitor eligibility testing per NCCN 2025 guidelines.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452</Words>
  <Application>Microsoft Office PowerPoint</Application>
  <PresentationFormat>On-screen Show (16:9)</PresentationFormat>
  <Paragraphs>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EGFR &amp; BRCA1 Treatment Status</dc:title>
  <dc:subject>PptxGenJS Presentation</dc:subject>
  <dc:creator>PptxGenJS</dc:creator>
  <cp:lastModifiedBy>Gupta, Kashish</cp:lastModifiedBy>
  <cp:revision>2</cp:revision>
  <dcterms:created xsi:type="dcterms:W3CDTF">2026-06-03T23:27:10Z</dcterms:created>
  <dcterms:modified xsi:type="dcterms:W3CDTF">2026-06-04T20:18:51Z</dcterms:modified>
</cp:coreProperties>
</file>